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0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8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4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80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9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9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78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3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43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24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7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596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齊來頌揚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詩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148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 – 4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7 – 12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150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3 – 6 </a:t>
            </a:r>
            <a:endParaRPr lang="en-US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你們要讚美耶和華！從天上讚美耶和華，在高處讚美他！</a:t>
            </a:r>
            <a:r>
              <a:rPr lang="en-US" altLang="zh-TW" sz="6600" dirty="0"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他的眾使者都要讚美他！他的諸軍都要讚美他！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日頭月亮，你們要讚美他！放光的星宿，你們都要讚美他！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2849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天上的天和天上的水，你們都要讚美他！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所有在地上的，大魚和一切深洋，火與冰雹，雪和霧氣，成就他命的狂風</a:t>
            </a:r>
          </a:p>
        </p:txBody>
      </p:sp>
    </p:spTree>
    <p:extLst>
      <p:ext uri="{BB962C8B-B14F-4D97-AF65-F5344CB8AC3E}">
        <p14:creationId xmlns:p14="http://schemas.microsoft.com/office/powerpoint/2010/main" val="3415721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大山和小山，結果的樹木和一切香柏樹，野獸和一切牲畜，昆蟲和飛鳥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490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世上的君王和萬民，首領和世上一切審判官，少年人和處女，老年人和孩童，都當讚美耶和華！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090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要用角聲讚美他，鼓瑟彈琴讚美他！擊鼓跳舞讚美他！用絲弦的樂器和簫的聲音讚美他！</a:t>
            </a:r>
            <a:r>
              <a:rPr lang="en-US" altLang="zh-TW" sz="6600" b="1" dirty="0"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用大響的鈸讚美他！用高聲的鈸讚美他！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2741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凡有氣息的都要讚美耶和華！你們要讚美耶和華！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686671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70</TotalTime>
  <Words>294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Calibri</vt:lpstr>
      <vt:lpstr>Theme1</vt:lpstr>
      <vt:lpstr>齊來頌揚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Uncle Jo</cp:lastModifiedBy>
  <cp:revision>18</cp:revision>
  <dcterms:created xsi:type="dcterms:W3CDTF">2012-12-23T00:19:59Z</dcterms:created>
  <dcterms:modified xsi:type="dcterms:W3CDTF">2026-02-27T14:53:54Z</dcterms:modified>
</cp:coreProperties>
</file>