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68" r:id="rId3"/>
    <p:sldId id="269" r:id="rId4"/>
    <p:sldId id="270" r:id="rId5"/>
    <p:sldId id="271" r:id="rId6"/>
    <p:sldId id="272" r:id="rId7"/>
    <p:sldId id="273" r:id="rId8"/>
    <p:sldId id="274" r:id="rId9"/>
    <p:sldId id="275" r:id="rId10"/>
    <p:sldId id="276" r:id="rId11"/>
    <p:sldId id="277" r:id="rId12"/>
    <p:sldId id="278" r:id="rId13"/>
    <p:sldId id="279" r:id="rId14"/>
    <p:sldId id="280" r:id="rId15"/>
    <p:sldId id="28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66" y="59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6/22/2024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7264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6/22/2024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8302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2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6/22/2024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754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6/22/2024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8275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0" y="1535114"/>
            <a:ext cx="5389033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6/22/2024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9309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6/22/2024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586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6/22/2024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9705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6/22/2024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5194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6/22/2024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8465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6/22/2024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1434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6/22/2024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626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2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B5546F-C09B-4E63-ABC5-F7C86A7E8D66}" type="datetimeFigureOut">
              <a:rPr lang="en-US" smtClean="0"/>
              <a:pPr/>
              <a:t>6/22/2024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58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zh-CN" altLang="en-US" sz="9600" b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得新生命</a:t>
            </a:r>
            <a:endParaRPr lang="en-US" sz="9600" b="1" dirty="0">
              <a:solidFill>
                <a:srgbClr val="6600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zh-CN" altLang="en-US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西</a:t>
            </a:r>
            <a:r>
              <a:rPr lang="en-US" altLang="zh-CN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 2</a:t>
            </a:r>
            <a:r>
              <a:rPr lang="zh-CN" altLang="en-US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：</a:t>
            </a:r>
            <a:r>
              <a:rPr lang="en-US" altLang="zh-CN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20 - 3</a:t>
            </a:r>
            <a:r>
              <a:rPr lang="zh-CN" altLang="en-US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：</a:t>
            </a:r>
            <a:r>
              <a:rPr lang="en-US" altLang="zh-CN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17</a:t>
            </a:r>
            <a:endParaRPr lang="en-US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0"/>
            <a:ext cx="11887200" cy="6858000"/>
          </a:xfrm>
        </p:spPr>
        <p:txBody>
          <a:bodyPr anchor="ctr">
            <a:noAutofit/>
          </a:bodyPr>
          <a:lstStyle/>
          <a:p>
            <a:r>
              <a:rPr lang="zh-TW" altLang="en-US" sz="64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你們若是與基督同死，脫離了世上的小學，為什麼仍像在世俗中活著、服從那「不可拿、不可嘗、不可摸」等類的規條呢？</a:t>
            </a:r>
            <a:r>
              <a:rPr lang="en-US" altLang="zh-TW" sz="64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706245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0"/>
            <a:ext cx="11887200" cy="6858000"/>
          </a:xfrm>
        </p:spPr>
        <p:txBody>
          <a:bodyPr anchor="ctr">
            <a:noAutofit/>
          </a:bodyPr>
          <a:lstStyle/>
          <a:p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這都是照人所吩咐、所教導的。說到這一切，正用的時候就都敗壞了。</a:t>
            </a:r>
            <a:r>
              <a:rPr lang="en-US" altLang="zh-TW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716790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0"/>
            <a:ext cx="11887200" cy="6858000"/>
          </a:xfrm>
        </p:spPr>
        <p:txBody>
          <a:bodyPr anchor="ctr">
            <a:noAutofit/>
          </a:bodyPr>
          <a:lstStyle/>
          <a:p>
            <a:r>
              <a:rPr lang="zh-TW" altLang="en-US" sz="64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這些規條使人徒有智慧之名，用私意崇拜，自表謙卑，苦待己身，其實在克制肉體的情慾上是毫無功效。</a:t>
            </a:r>
            <a:endParaRPr lang="en-US" altLang="zh-TW" sz="6400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398201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0"/>
            <a:ext cx="11887200" cy="6858000"/>
          </a:xfrm>
        </p:spPr>
        <p:txBody>
          <a:bodyPr anchor="ctr">
            <a:noAutofit/>
          </a:bodyPr>
          <a:lstStyle/>
          <a:p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所以，你們若真與基督一同復活，就當求在上面的事；那裡有基督坐在神的右邊。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r>
              <a:rPr lang="zh-TW" altLang="en-US" sz="64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你們要思念上面的事，不要思念地上的事。</a:t>
            </a:r>
            <a:r>
              <a:rPr lang="en-US" altLang="zh-TW" sz="64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9120383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0"/>
            <a:ext cx="11887200" cy="6858000"/>
          </a:xfrm>
        </p:spPr>
        <p:txBody>
          <a:bodyPr anchor="ctr">
            <a:noAutofit/>
          </a:bodyPr>
          <a:lstStyle/>
          <a:p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因為你們已經死了，你們的生命與基督一同藏在神裡面。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r>
              <a:rPr lang="zh-TW" altLang="en-US" sz="64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基督是我們的生命，祂顯現的時候，你們也要與他一同顯現在榮耀裡。</a:t>
            </a:r>
            <a:endParaRPr lang="en-US" altLang="zh-TW" sz="6400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146597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0"/>
            <a:ext cx="11887200" cy="6858000"/>
          </a:xfrm>
        </p:spPr>
        <p:txBody>
          <a:bodyPr anchor="ctr">
            <a:noAutofit/>
          </a:bodyPr>
          <a:lstStyle/>
          <a:p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所以，要治死你們在地上的肢體，就如淫亂、污穢、邪情、惡慾，和貪婪。</a:t>
            </a:r>
            <a:r>
              <a:rPr lang="en-US" altLang="zh-TW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</a:p>
          <a:p>
            <a:r>
              <a:rPr lang="zh-TW" altLang="en-US" sz="64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因這些事，神的忿怒必臨到那悖逆之子。</a:t>
            </a:r>
            <a:endParaRPr lang="en-US" altLang="zh-TW" sz="6400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203077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0"/>
            <a:ext cx="11887200" cy="6858000"/>
          </a:xfrm>
        </p:spPr>
        <p:txBody>
          <a:bodyPr anchor="ctr">
            <a:noAutofit/>
          </a:bodyPr>
          <a:lstStyle/>
          <a:p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當你們在這些事中活著的時候，也曾這樣行過。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r>
              <a:rPr lang="zh-TW" altLang="en-US" sz="64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但現在你們要棄絕這一切的事，以及惱恨、忿怒、惡毒、毀謗，並口中污穢的言語。</a:t>
            </a:r>
            <a:r>
              <a:rPr lang="en-US" altLang="zh-TW" sz="64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42790087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0"/>
            <a:ext cx="11887200" cy="6858000"/>
          </a:xfrm>
        </p:spPr>
        <p:txBody>
          <a:bodyPr anchor="ctr">
            <a:noAutofit/>
          </a:bodyPr>
          <a:lstStyle/>
          <a:p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不要彼此說謊；因你們已經脫去舊人和舊人的行為，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r>
              <a:rPr lang="zh-TW" altLang="en-US" sz="64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穿上了新人。這新人在知識上漸漸更新，正如造他主的形像。</a:t>
            </a:r>
            <a:r>
              <a:rPr lang="en-US" altLang="zh-TW" sz="64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4675979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0"/>
            <a:ext cx="11887200" cy="6858000"/>
          </a:xfrm>
        </p:spPr>
        <p:txBody>
          <a:bodyPr anchor="ctr">
            <a:noAutofit/>
          </a:bodyPr>
          <a:lstStyle/>
          <a:p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在此並不分希利尼人、猶太人，受割禮的、未受割禮的，化外人，西古提人，為奴的、自主的，惟有基督是包括一切，又住在各人之內。</a:t>
            </a:r>
            <a:r>
              <a:rPr lang="en-US" altLang="zh-TW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895561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0"/>
            <a:ext cx="11887200" cy="6858000"/>
          </a:xfrm>
        </p:spPr>
        <p:txBody>
          <a:bodyPr anchor="ctr">
            <a:noAutofit/>
          </a:bodyPr>
          <a:lstStyle/>
          <a:p>
            <a:r>
              <a:rPr lang="zh-TW" altLang="en-US" sz="64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所以，你們既是神的選民，聖潔蒙愛的人，就要存憐憫、恩慈、謙虛、溫柔、忍耐的心。</a:t>
            </a:r>
            <a:r>
              <a:rPr lang="en-US" altLang="zh-TW" sz="64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605519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0"/>
            <a:ext cx="11887200" cy="6858000"/>
          </a:xfrm>
        </p:spPr>
        <p:txBody>
          <a:bodyPr anchor="ctr">
            <a:noAutofit/>
          </a:bodyPr>
          <a:lstStyle/>
          <a:p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倘若這人與那人有嫌隙，總要彼此包容，彼此饒恕；主怎樣饒恕了你們，你們也要怎樣饒恕人。</a:t>
            </a:r>
            <a:r>
              <a:rPr lang="en-US" altLang="zh-TW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895406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0"/>
            <a:ext cx="11887200" cy="6858000"/>
          </a:xfrm>
        </p:spPr>
        <p:txBody>
          <a:bodyPr anchor="ctr">
            <a:noAutofit/>
          </a:bodyPr>
          <a:lstStyle/>
          <a:p>
            <a:r>
              <a:rPr lang="zh-TW" altLang="en-US" sz="64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在這一切之外，要存著愛心，愛心就是聯絡全德的。</a:t>
            </a:r>
            <a:r>
              <a:rPr lang="en-US" altLang="zh-TW" sz="64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</a:p>
          <a:p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又要叫基督的平安在你們心裡作主；你們也為此蒙召，歸為一體；且要存感謝的心。</a:t>
            </a:r>
            <a:r>
              <a:rPr lang="en-US" altLang="zh-TW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897106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0"/>
            <a:ext cx="11887200" cy="6858000"/>
          </a:xfrm>
        </p:spPr>
        <p:txBody>
          <a:bodyPr anchor="ctr">
            <a:noAutofit/>
          </a:bodyPr>
          <a:lstStyle/>
          <a:p>
            <a:r>
              <a:rPr lang="zh-TW" altLang="en-US" sz="64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當用各樣的智慧，把基督的道理豐豐富富的存在心裡，用詩章、頌詞、靈歌，彼此教導，互相勸戒，心被恩感，歌頌神。</a:t>
            </a:r>
            <a:r>
              <a:rPr lang="en-US" altLang="zh-TW" sz="66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390389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0"/>
            <a:ext cx="11887200" cy="6858000"/>
          </a:xfrm>
        </p:spPr>
        <p:txBody>
          <a:bodyPr anchor="ctr">
            <a:noAutofit/>
          </a:bodyPr>
          <a:lstStyle/>
          <a:p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無論做什麼，或說話或行事，都要奉主耶穌的名，藉著他感謝父神。</a:t>
            </a:r>
            <a:r>
              <a:rPr lang="en-US" altLang="zh-TW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01284134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AFC7C034-021A-479F-A5B0-F4AE2AC2A6F8}" vid="{E4B01A5C-7C0B-4AB8-8973-047186F18E3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91</TotalTime>
  <Words>697</Words>
  <Application>Microsoft Office PowerPoint</Application>
  <PresentationFormat>Widescreen</PresentationFormat>
  <Paragraphs>22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微軟正黑體</vt:lpstr>
      <vt:lpstr>Arial</vt:lpstr>
      <vt:lpstr>Calibri</vt:lpstr>
      <vt:lpstr>Theme1</vt:lpstr>
      <vt:lpstr>得新生命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Version 5.1 build 2600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救主降生</dc:title>
  <dc:creator>Microsoft Windows</dc:creator>
  <cp:lastModifiedBy>batisuoc</cp:lastModifiedBy>
  <cp:revision>20</cp:revision>
  <dcterms:created xsi:type="dcterms:W3CDTF">2012-12-23T00:19:59Z</dcterms:created>
  <dcterms:modified xsi:type="dcterms:W3CDTF">2024-06-22T08:22:57Z</dcterms:modified>
</cp:coreProperties>
</file>