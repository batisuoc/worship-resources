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9" r:id="rId3"/>
    <p:sldId id="270" r:id="rId4"/>
    <p:sldId id="271" r:id="rId5"/>
    <p:sldId id="272" r:id="rId6"/>
    <p:sldId id="273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72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04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447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499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54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15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02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61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179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10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63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勝過試探</a:t>
            </a:r>
            <a:endParaRPr lang="en-US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70325"/>
            <a:ext cx="8534400" cy="2971800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雅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12-13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；林前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10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13</a:t>
            </a:r>
          </a:p>
          <a:p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18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4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15</a:t>
            </a:r>
          </a:p>
          <a:p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彼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9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；來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4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16</a:t>
            </a:r>
            <a:endParaRPr lang="en-US" sz="40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忍受試探的人是有福的，因為他經過試驗以後，必得生命的冠冕，這是主應許給那些愛他之人的。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83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人被試探，不可說：「我是被神試探」；因為神不能被惡試探，他也不試探人。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你們所遇見的試探，無非是人所能受的。神是信實的，必不叫你們受試探過於所能受的；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7450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在受試探的時候，總要給你們開一條出路，叫你們能忍受得住。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CN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基督</a:t>
            </a:r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自己既然被試探而受苦，就能搭救被試探的人。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5652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因我們的大祭司並非不能體恤我們的軟弱。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他也曾凡事受過試探，與我們一樣，只是他沒有犯罪。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7452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主知道搭救敬虔的人脫離試探，把不義的人留在刑罰之下，等候審判的日子。所以，我們只管坦然無懼的來到施恩的寶座前，為要得憐恤，蒙恩惠，作隨時的幫助。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820080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35</TotalTime>
  <Words>314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微軟正黑體</vt:lpstr>
      <vt:lpstr>Arial</vt:lpstr>
      <vt:lpstr>Calibri</vt:lpstr>
      <vt:lpstr>Theme1</vt:lpstr>
      <vt:lpstr>勝過試探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batisuoc</cp:lastModifiedBy>
  <cp:revision>9</cp:revision>
  <dcterms:created xsi:type="dcterms:W3CDTF">2012-12-23T00:19:59Z</dcterms:created>
  <dcterms:modified xsi:type="dcterms:W3CDTF">2024-08-01T16:24:33Z</dcterms:modified>
</cp:coreProperties>
</file>