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9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92" y="3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6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7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1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1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6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5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8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4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6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信徒生活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9718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以弗所書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～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59142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所以你們要棄絕謊言，各人與鄰舍說實話，因為我們是互相為肢體。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生氣卻不要犯罪；不可含怒到日落，也不可給魔鬼留地步。</a:t>
            </a:r>
          </a:p>
        </p:txBody>
      </p:sp>
    </p:spTree>
    <p:extLst>
      <p:ext uri="{BB962C8B-B14F-4D97-AF65-F5344CB8AC3E}">
        <p14:creationId xmlns:p14="http://schemas.microsoft.com/office/powerpoint/2010/main" val="3455432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從前偷竊的，不要再偷；總要勞力，親手做正經事，就可有餘分給那缺少的人。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93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污穢的言語一句不可出口，只要隨事說造就人的好話，叫聽見的人得益處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不要叫神的聖靈擔憂；你們原是受了他的印記，等候得贖的日子來到。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779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一切苦毒、惱恨、忿怒、嚷鬧、毀謗，並一切的惡毒，都當從你們中間除掉；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並要以恩慈相待，存憐憫的心，彼此饒恕，正如神在基督裡饒恕了你們一樣。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466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所以，你們該效法神，好像蒙慈愛的兒女一樣。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也要憑愛心行事，正如基督愛我們，為我們捨了自己，當作馨香的供物和祭物，獻與神。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6620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至於淫亂並一切污穢，或是貪婪，在你們中間連提都不可，方合聖徒的體統。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淫詞、妄語，和戲笑的話都不相宜；總要說感謝的話。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314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因為你們確實的知道，無論是淫亂的，是污穢的，是有貪心的，在基督和神的國裡都是無分的。有貪心的，就與拜偶像的一樣。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8730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不要被人虛浮的話欺哄；因這些事，神的忿怒必臨到那悖逆之子。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所以，你們不要與他們同夥。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18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從前你們是暗昧的，但如今在主裡面是光明的，行事為人就當像光明的子女。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光明所結的果子就是一切良善、公義、誠實。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867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總要察驗何為主所喜悅的事。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那暗昧無益的事，不要與人同行，倒要責備行這事的人；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因為他們暗中所行的，就是提起來也是可恥的。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38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凡事受了責備，就被光顯明出來，因為一切能顯明的就是光。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所以主說：你這睡著的人當醒過來，從死裡復活！基督就要光照你了。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9643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你們要謹慎行事，不要像愚昧人，當像智慧人。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要愛惜光陰，因為現今的世代邪惡。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不要作糊塗人，要明白主的旨意如何。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54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不要醉酒，酒能使人放蕩；乃要被聖靈充滿。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當用詩章、頌詞、靈歌、彼此對說，口唱心和的讚美主。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3524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凡事要奉我們主耶穌基督的名常常感謝父神。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又當存敬畏基督的心，彼此順服。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82358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112</TotalTime>
  <Words>759</Words>
  <Application>Microsoft Office PowerPoint</Application>
  <PresentationFormat>Widescreen</PresentationFormat>
  <Paragraphs>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Theme1</vt:lpstr>
      <vt:lpstr>信徒生活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21</cp:revision>
  <dcterms:created xsi:type="dcterms:W3CDTF">2012-12-23T00:19:59Z</dcterms:created>
  <dcterms:modified xsi:type="dcterms:W3CDTF">2025-08-01T16:38:11Z</dcterms:modified>
</cp:coreProperties>
</file>