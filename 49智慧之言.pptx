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68" r:id="rId2"/>
    <p:sldId id="257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8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4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5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4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9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2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1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1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7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0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6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智慧之言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209800"/>
          </a:xfrm>
        </p:spPr>
        <p:txBody>
          <a:bodyPr>
            <a:normAutofit lnSpcReduction="10000"/>
          </a:bodyPr>
          <a:lstStyle/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111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136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147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</a:p>
          <a:p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箴  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7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13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14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19-22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endParaRPr lang="en-US" altLang="zh-TW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5-8</a:t>
            </a:r>
            <a:r>
              <a:rPr lang="zh-TW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TW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10-11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98910" cy="681863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敬畏耶和華是智慧的開端；凡遵行他命令的是聰明人。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稱謝那用智慧造天的，因他的慈愛永遠長存。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我們的主為大，最有能力；他的智慧無法測度。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98910" cy="681863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不要自以為有智慧；要敬畏耶和華，遠離惡事。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得智慧，得聰明的，這人便為有福。因為得智慧勝過得銀子，其利益強如精金，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98910" cy="681863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耶和華以智慧立地，以聰明定天，以知識使深淵裂開，使天空滴下甘露。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要謹守真智慧和謀略，不可使他離開你的眼目。這樣，他必作你的生命，頸項的美飾。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98910" cy="681863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要得智慧，要得聰明，不可忘記，也不可偏離我口中的言語。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不可離棄智慧，智慧就護衛你；要愛他，他就保守你。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智慧為首；所以，要得智慧。在你一切所得之內必得聰明。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0"/>
            <a:ext cx="11598910" cy="681863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高舉智慧，他就使你高陞；懷抱智慧，他就使你尊榮。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你要聽受我的言語，就必延年益壽。我已指教你走智慧的道，引導你行正直的路。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361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Theme1</vt:lpstr>
      <vt:lpstr>智慧之言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Uncle Jo</cp:lastModifiedBy>
  <cp:revision>19</cp:revision>
  <dcterms:created xsi:type="dcterms:W3CDTF">2019-12-28T13:17:31Z</dcterms:created>
  <dcterms:modified xsi:type="dcterms:W3CDTF">2026-06-19T16:39:21Z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