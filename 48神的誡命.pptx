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1620" r:id="rId4"/>
    <p:sldId id="1621" r:id="rId5"/>
    <p:sldId id="1622" r:id="rId6"/>
    <p:sldId id="1623" r:id="rId7"/>
    <p:sldId id="1624" r:id="rId8"/>
    <p:sldId id="1626" r:id="rId9"/>
    <p:sldId id="1625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2B07E-C461-466F-A6B8-E339B0BFDAD8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19C7-6598-49A7-BA60-7670B2D7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229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2B07E-C461-466F-A6B8-E339B0BFDAD8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19C7-6598-49A7-BA60-7670B2D7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10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2B07E-C461-466F-A6B8-E339B0BFDAD8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19C7-6598-49A7-BA60-7670B2D7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631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2B07E-C461-466F-A6B8-E339B0BFDAD8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19C7-6598-49A7-BA60-7670B2D7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40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2B07E-C461-466F-A6B8-E339B0BFDAD8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19C7-6598-49A7-BA60-7670B2D7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89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2B07E-C461-466F-A6B8-E339B0BFDAD8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19C7-6598-49A7-BA60-7670B2D7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87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2B07E-C461-466F-A6B8-E339B0BFDAD8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19C7-6598-49A7-BA60-7670B2D7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067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2B07E-C461-466F-A6B8-E339B0BFDAD8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19C7-6598-49A7-BA60-7670B2D7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76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2B07E-C461-466F-A6B8-E339B0BFDAD8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19C7-6598-49A7-BA60-7670B2D7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65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2B07E-C461-466F-A6B8-E339B0BFDAD8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19C7-6598-49A7-BA60-7670B2D7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176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2B07E-C461-466F-A6B8-E339B0BFDAD8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19C7-6598-49A7-BA60-7670B2D7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8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32B07E-C461-466F-A6B8-E339B0BFDAD8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F19C7-6598-49A7-BA60-7670B2D7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68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en-US" sz="96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神的誡命</a:t>
            </a:r>
            <a:endParaRPr lang="en-US" sz="96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申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 5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31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–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32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10</a:t>
            </a:r>
          </a:p>
          <a:p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出   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20 : 2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–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10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12 –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17 </a:t>
            </a:r>
            <a:endParaRPr lang="en-US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我要將一切誡命、律例、典章傳給你；你要教訓他們，使他們在我賜他們為業的地上遵行。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所以，你們要照耶和華你們神所吩咐的謹守遵行，不可偏離左右。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0624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愛我、守我誡命的，我必向他們發慈愛，直到千代。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我是耶和華你的神，曾將你從埃及地為奴之家領出來。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除了我以外，你不可有別的神。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08785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不可為自己雕刻偶像，也不可做什麼形像彷彿上天、下地，和地底下、水中的百物。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50190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不可跪拜那些像，也不可事奉他，因為我耶和華你的神是忌邪的神。恨我的，我必追討他的罪，自父及子，直到三四代；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2345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愛我、守我誡命的，我必向他們發慈愛，直到千代。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不可妄稱耶和華你神的名；因為妄稱耶和華名的，耶和華必不以他為無罪。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030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當記念安息日，守為聖日。</a:t>
            </a:r>
            <a:r>
              <a:rPr lang="zh-CN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六日要勞碌做你一切的工，</a:t>
            </a:r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但第七日是向耶和華你神當守的安息日。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44350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當孝敬父母，使你的日子在耶和華你神所賜你的地上得以長久。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0480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CN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不可殺人。不可姦淫。 </a:t>
            </a:r>
          </a:p>
          <a:p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不可偷盜。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不可作假見證陷害人。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不可貪戀人的房屋</a:t>
            </a:r>
            <a:r>
              <a:rPr lang="zh-CN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CN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也不可貪戀人的妻子、僕婢、牛驢，並他一切所有的。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6764385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426</Words>
  <Application>Microsoft Office PowerPoint</Application>
  <PresentationFormat>Widescreen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微軟正黑體</vt:lpstr>
      <vt:lpstr>Arial</vt:lpstr>
      <vt:lpstr>Calibri</vt:lpstr>
      <vt:lpstr>Theme1</vt:lpstr>
      <vt:lpstr>神的誡命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2024-10-12T04:30:56Z</dcterms:created>
  <dcterms:modified xsi:type="dcterms:W3CDTF">2024-10-12T04:31:14Z</dcterms:modified>
</cp:coreProperties>
</file>