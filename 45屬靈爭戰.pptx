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2" r:id="rId5"/>
    <p:sldId id="263" r:id="rId6"/>
    <p:sldId id="265" r:id="rId7"/>
    <p:sldId id="266" r:id="rId8"/>
    <p:sldId id="267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62" y="113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72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屬靈爭戰</a:t>
            </a:r>
            <a:endParaRPr lang="en-US" sz="72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914650"/>
            <a:ext cx="9144000" cy="1314450"/>
          </a:xfrm>
        </p:spPr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以弗所書 </a:t>
            </a:r>
            <a:r>
              <a:rPr lang="en-US" altLang="zh-TW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6:10-17</a:t>
            </a:r>
          </a:p>
          <a:p>
            <a:r>
              <a:rPr lang="zh-TW" altLang="en-US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提摩太後書 </a:t>
            </a:r>
            <a:r>
              <a:rPr lang="en-US" altLang="zh-TW" b="1" dirty="0">
                <a:solidFill>
                  <a:srgbClr val="002060"/>
                </a:solidFill>
                <a:latin typeface="微軟正黑體" pitchFamily="34" charset="-120"/>
                <a:ea typeface="微軟正黑體" pitchFamily="34" charset="-120"/>
              </a:rPr>
              <a:t>4:7-8</a:t>
            </a:r>
          </a:p>
        </p:txBody>
      </p:sp>
    </p:spTree>
    <p:extLst>
      <p:ext uri="{BB962C8B-B14F-4D97-AF65-F5344CB8AC3E}">
        <p14:creationId xmlns:p14="http://schemas.microsoft.com/office/powerpoint/2010/main" val="399627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820472" cy="5143500"/>
          </a:xfrm>
        </p:spPr>
        <p:txBody>
          <a:bodyPr anchor="ctr">
            <a:norm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我還有末了的話：你們要靠著主，倚賴他的大能大力作剛強的人。</a:t>
            </a:r>
            <a:endParaRPr lang="en-US" altLang="zh-TW" sz="48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要穿戴神所賜的全副軍裝，能抵擋魔鬼的詭計。</a:t>
            </a:r>
          </a:p>
        </p:txBody>
      </p:sp>
    </p:spTree>
    <p:extLst>
      <p:ext uri="{BB962C8B-B14F-4D97-AF65-F5344CB8AC3E}">
        <p14:creationId xmlns:p14="http://schemas.microsoft.com/office/powerpoint/2010/main" val="318661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A75FC-576D-107A-1C9A-C287ABB1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8DB75-F601-E451-D5FA-0A79098EA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820472" cy="5143500"/>
          </a:xfrm>
        </p:spPr>
        <p:txBody>
          <a:bodyPr anchor="ctr">
            <a:norm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因我們並不是與屬血氣的爭戰，乃是與那些執政的、掌權的、管轄這幽暗世界的，以及天空屬靈氣的惡魔爭戰。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385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D20B-0965-DF23-FBCE-96968E02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985DD-8E6B-212F-9B19-39C2D130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820472" cy="5143500"/>
          </a:xfrm>
        </p:spPr>
        <p:txBody>
          <a:bodyPr anchor="ctr">
            <a:normAutofit/>
          </a:bodyPr>
          <a:lstStyle/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所以，要拿起神所賜的全副軍裝，好在磨難的日子抵擋仇敵，並且成就了一切，還能站立得住。</a:t>
            </a:r>
            <a:endParaRPr lang="zh-TW" altLang="en-US" sz="48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577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6ADD-7D1A-38FA-CDD8-D240F8BA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4FD06-323A-9ACD-3A85-BE9B86973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820472" cy="5143500"/>
          </a:xfrm>
        </p:spPr>
        <p:txBody>
          <a:bodyPr anchor="ctr">
            <a:norm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所以要站穩了，用真理當作帶子束腰，用公義當作護心鏡遮胸， </a:t>
            </a:r>
            <a:endParaRPr lang="en-US" altLang="zh-TW" sz="48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又用平安的福音當作預備走路的鞋穿在腳上。</a:t>
            </a:r>
          </a:p>
        </p:txBody>
      </p:sp>
    </p:spTree>
    <p:extLst>
      <p:ext uri="{BB962C8B-B14F-4D97-AF65-F5344CB8AC3E}">
        <p14:creationId xmlns:p14="http://schemas.microsoft.com/office/powerpoint/2010/main" val="29501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C98B-6A87-C194-7B4E-814D58629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5BE6-3621-EFC5-0195-61E998EA9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820472" cy="5143500"/>
          </a:xfrm>
        </p:spPr>
        <p:txBody>
          <a:bodyPr anchor="ctr">
            <a:norm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此外，又拿著信德當作藤牌，可以滅盡那惡者一切的火箭；</a:t>
            </a:r>
            <a:endParaRPr lang="en-US" altLang="zh-TW" sz="48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並戴上救恩的頭盔，拿著聖靈的寶劍，就是神的道；</a:t>
            </a:r>
          </a:p>
        </p:txBody>
      </p:sp>
    </p:spTree>
    <p:extLst>
      <p:ext uri="{BB962C8B-B14F-4D97-AF65-F5344CB8AC3E}">
        <p14:creationId xmlns:p14="http://schemas.microsoft.com/office/powerpoint/2010/main" val="237854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2D98-7F93-4A36-3A59-594ABC95A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638E5-6BDA-8F1A-F12D-C8051F55C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820472" cy="5143500"/>
          </a:xfrm>
        </p:spPr>
        <p:txBody>
          <a:bodyPr anchor="ctr">
            <a:norm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那美好的仗我已經打過了，當跑的路我已經跑盡了，所信的道我已經守住</a:t>
            </a:r>
            <a:r>
              <a:rPr lang="zh-TW" altLang="en-US" sz="480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了。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4924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0807-BF97-4FE7-C159-3C23711B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E7214-7AD5-76B6-04D8-9E76C0B3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820472" cy="5143500"/>
          </a:xfrm>
        </p:spPr>
        <p:txBody>
          <a:bodyPr anchor="ctr">
            <a:normAutofit/>
          </a:bodyPr>
          <a:lstStyle/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從此以後，有公義的冠冕為我存留，就是按著公義審判的主到了那日要賜給我的；不但賜給我，也賜給凡愛慕他顯現的人。</a:t>
            </a:r>
          </a:p>
        </p:txBody>
      </p:sp>
    </p:spTree>
    <p:extLst>
      <p:ext uri="{BB962C8B-B14F-4D97-AF65-F5344CB8AC3E}">
        <p14:creationId xmlns:p14="http://schemas.microsoft.com/office/powerpoint/2010/main" val="3643073485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68</TotalTime>
  <Words>341</Words>
  <Application>Microsoft Office PowerPoint</Application>
  <PresentationFormat>On-screen Show (16:9)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Calibri</vt:lpstr>
      <vt:lpstr>Church Theme</vt:lpstr>
      <vt:lpstr>屬靈爭戰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20</cp:revision>
  <dcterms:created xsi:type="dcterms:W3CDTF">2012-12-23T00:19:59Z</dcterms:created>
  <dcterms:modified xsi:type="dcterms:W3CDTF">2025-09-20T08:13:46Z</dcterms:modified>
</cp:coreProperties>
</file>