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2" y="3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1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1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9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0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2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0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70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6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6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2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0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72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神是保障</a:t>
            </a:r>
            <a:endParaRPr lang="en-US" sz="72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撒下  </a:t>
            </a:r>
            <a:r>
              <a:rPr lang="en-US" altLang="zh-CN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22</a:t>
            </a:r>
            <a:r>
              <a:rPr lang="zh-CN" altLang="en-US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33-37</a:t>
            </a:r>
          </a:p>
          <a:p>
            <a:r>
              <a:rPr lang="zh-CN" altLang="en-US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詩  </a:t>
            </a:r>
            <a:r>
              <a:rPr lang="en-US" altLang="zh-CN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91</a:t>
            </a:r>
            <a:r>
              <a:rPr lang="zh-CN" altLang="en-US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1-6</a:t>
            </a:r>
            <a:r>
              <a:rPr lang="zh-CN" altLang="en-US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sz="3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9-12</a:t>
            </a:r>
            <a:endParaRPr lang="en-US" sz="30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839200" cy="52578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神是我堅固的保障；他引導完全人行他的路。</a:t>
            </a:r>
            <a:r>
              <a:rPr lang="en-US" altLang="zh-TW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  <a:p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他使我的腳快如母鹿的蹄，又使我在高處安穩。</a:t>
            </a:r>
            <a:r>
              <a:rPr lang="en-US" altLang="zh-TW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  <a:p>
            <a:r>
              <a:rPr lang="zh-TW" altLang="en-US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他教導我的手能以爭戰，甚至我的膀臂能開銅弓。</a:t>
            </a:r>
            <a:r>
              <a:rPr lang="en-US" altLang="zh-TW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763000" cy="5257800"/>
          </a:xfrm>
        </p:spPr>
        <p:txBody>
          <a:bodyPr anchor="ctr">
            <a:noAutofit/>
          </a:bodyPr>
          <a:lstStyle/>
          <a:p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你把你的救恩給我作盾牌；你的溫和使我為大。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r>
              <a:rPr lang="zh-TW" altLang="en-US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你使我腳下的地步寬闊；我的腳未曾滑跌。</a:t>
            </a:r>
            <a:endParaRPr lang="en-US" altLang="zh-TW" sz="4800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住在至高者隱密處的，必住在全能者的蔭下。</a:t>
            </a:r>
            <a:r>
              <a:rPr lang="en-US" altLang="zh-TW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6582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763000" cy="52578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我要論到耶和華說：他是我的避難所，是我的山寨，是我的神，是我所倚靠的。</a:t>
            </a:r>
            <a:endParaRPr lang="en-US" altLang="zh-TW" sz="4800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他必救你脫離捕鳥人的網羅和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毒</a:t>
            </a: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害的瘟疫。</a:t>
            </a:r>
            <a:r>
              <a:rPr lang="en-US" altLang="zh-TW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763000" cy="5257800"/>
          </a:xfrm>
        </p:spPr>
        <p:txBody>
          <a:bodyPr anchor="ctr">
            <a:norm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他必用自己的翎毛遮蔽你；你要投靠在他的翅膀底下；他的誠實是大小的盾牌。</a:t>
            </a:r>
            <a:endParaRPr lang="en-US" altLang="zh-TW" sz="4800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你必不怕黑夜的驚駭，或是白日飛的箭，也不怕黑夜行的瘟疫，或是午間滅人的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毒</a:t>
            </a: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病。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763000" cy="5257800"/>
          </a:xfrm>
        </p:spPr>
        <p:txBody>
          <a:bodyPr anchor="ctr">
            <a:noAutofit/>
          </a:bodyPr>
          <a:lstStyle/>
          <a:p>
            <a:r>
              <a:rPr lang="zh-TW" altLang="en-US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耶和華是我的避難所；你已將至高者當你的居所，</a:t>
            </a:r>
            <a:r>
              <a:rPr lang="en-US" altLang="zh-TW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  <a:p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禍患必不臨到你，災害也不挨近你的帳棚。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r>
              <a:rPr lang="zh-TW" altLang="en-US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因他要為你吩咐他的使者，在你行的一切道路上保護你。</a:t>
            </a:r>
            <a:r>
              <a:rPr lang="en-US" altLang="zh-TW" sz="4800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763000" cy="5257800"/>
          </a:xfrm>
        </p:spPr>
        <p:txBody>
          <a:bodyPr anchor="ctr">
            <a:normAutofit/>
          </a:bodyPr>
          <a:lstStyle/>
          <a:p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他們要用手托著你，免得你的腳碰在石頭上。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73</TotalTime>
  <Words>351</Words>
  <Application>Microsoft Office PowerPoint</Application>
  <PresentationFormat>On-screen Show (16:9)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神是保障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18</cp:revision>
  <dcterms:created xsi:type="dcterms:W3CDTF">2012-12-23T00:19:59Z</dcterms:created>
  <dcterms:modified xsi:type="dcterms:W3CDTF">2025-04-12T09:52:28Z</dcterms:modified>
</cp:coreProperties>
</file>