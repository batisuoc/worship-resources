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26" y="2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5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0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9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4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0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2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1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2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4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96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8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7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管理財物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瑪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；路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；太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29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endParaRPr lang="en-US" altLang="zh-CN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林前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；林後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8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7-9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12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D3CE4-A455-F1F4-BD81-D8B82CC8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76D402-8123-239E-AC23-2906BE57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萬軍之耶和華說：你們要將當納的十分之一全然送入倉庫，使我家有糧，以此試試我，是否為你們敞開天上的窗戶，傾福與你們，甚至無處可容。</a:t>
            </a:r>
          </a:p>
        </p:txBody>
      </p:sp>
    </p:spTree>
    <p:extLst>
      <p:ext uri="{BB962C8B-B14F-4D97-AF65-F5344CB8AC3E}">
        <p14:creationId xmlns:p14="http://schemas.microsoft.com/office/powerpoint/2010/main" val="135425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FD6D-CB76-7AB3-B0E9-6992A566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180573-FAB2-EA83-A393-B22C3E8A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人在最小的事上忠心，在大事上也忠心；在最小的事上不義，在大事上也不義。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因為凡有的，還要加給他，叫他有餘；沒有的，連他所有的也要奪過來。</a:t>
            </a:r>
          </a:p>
        </p:txBody>
      </p:sp>
    </p:spTree>
    <p:extLst>
      <p:ext uri="{BB962C8B-B14F-4D97-AF65-F5344CB8AC3E}">
        <p14:creationId xmlns:p14="http://schemas.microsoft.com/office/powerpoint/2010/main" val="254020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C4FA9-07C7-81A3-0DBE-C52E28DE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E60105-E229-9018-0A8A-056030BC9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所求於管家的，是要他有忠心。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你們既然在信心、口才、知識、熱心，和待我們的愛心上，都格外顯出滿足來，就當在這慈惠的事上也格外顯出滿足來。</a:t>
            </a:r>
          </a:p>
        </p:txBody>
      </p:sp>
    </p:spTree>
    <p:extLst>
      <p:ext uri="{BB962C8B-B14F-4D97-AF65-F5344CB8AC3E}">
        <p14:creationId xmlns:p14="http://schemas.microsoft.com/office/powerpoint/2010/main" val="398196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1865-1B11-5FF1-6B28-087A5FD3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5178A2-1DFB-4860-3AC9-2239DA1A6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我說這話，不是吩咐你們，乃是藉著別人的熱心試驗你們愛心的實在。</a:t>
            </a:r>
          </a:p>
        </p:txBody>
      </p:sp>
    </p:spTree>
    <p:extLst>
      <p:ext uri="{BB962C8B-B14F-4D97-AF65-F5344CB8AC3E}">
        <p14:creationId xmlns:p14="http://schemas.microsoft.com/office/powerpoint/2010/main" val="225570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53F7-B55F-AC44-C981-B45B16D49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4EF709-7D52-CFD6-B742-41166321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你們知道我們主耶穌基督的恩典：他本來富足，卻為你們成了貧窮，叫你們因他的貧窮，可以成為富足。</a:t>
            </a:r>
          </a:p>
        </p:txBody>
      </p:sp>
    </p:spTree>
    <p:extLst>
      <p:ext uri="{BB962C8B-B14F-4D97-AF65-F5344CB8AC3E}">
        <p14:creationId xmlns:p14="http://schemas.microsoft.com/office/powerpoint/2010/main" val="329619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CE5BB-DA8D-A8F9-09A5-1B11D897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073C1B-67B2-A79C-DF9E-A6D1F4F8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因為人若有願做的心，必蒙悅納，乃是照他所有的，並不是照他所無的。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74639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60</TotalTime>
  <Words>339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管理財物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11</cp:revision>
  <dcterms:created xsi:type="dcterms:W3CDTF">2012-12-23T00:19:59Z</dcterms:created>
  <dcterms:modified xsi:type="dcterms:W3CDTF">2025-02-14T15:58:35Z</dcterms:modified>
</cp:coreProperties>
</file>