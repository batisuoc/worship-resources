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66" y="6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887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72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46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448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8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244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15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256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65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9900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382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B5546F-C09B-4E63-ABC5-F7C86A7E8D66}" type="datetimeFigureOut">
              <a:rPr lang="en-US" smtClean="0"/>
              <a:pPr/>
              <a:t>12/14/2024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860E2-8DBF-4FA2-99AF-C83A9386F9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45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zh-CN" altLang="en-US" sz="9600" b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殿中敬拜</a:t>
            </a:r>
            <a:endParaRPr lang="en-US" sz="9600" b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詩篇 </a:t>
            </a:r>
            <a:r>
              <a:rPr lang="en-US" altLang="zh-CN" b="1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84</a:t>
            </a:r>
            <a:endParaRPr lang="en-US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萬軍之耶和華啊，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的居所何等可愛！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我羨慕渴想耶和華的院宇；我的心腸，我的肉體向永生神呼籲。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72821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萬軍之耶和華我的王，我的神啊，在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祭壇那裡，麻雀為自己找著房屋，燕子為自己找著菢雛之窩。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如此住在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殿中的便為有福！他們仍要讚美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。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28871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靠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有力量、心中想往錫安大道的，這人便為有福！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他們經過「流淚谷」，叫這谷變為泉源之地；並有秋雨之福蓋滿了全谷。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28811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他們行走，力上加力，各人到錫安朝見神。</a:t>
            </a:r>
            <a:r>
              <a:rPr lang="en-US" altLang="zh-TW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耶和華萬軍之神啊，求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聽我的禱告！雅各的神啊，求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留心聽！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17914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神啊，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是我們的盾牌；求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垂顧觀看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受膏者的面！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在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的院宇住一日，勝似在別處住千日；寧可在我神殿中看門，不願住在惡人的帳棚裡。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5235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0"/>
            <a:ext cx="11988800" cy="6858000"/>
          </a:xfrm>
        </p:spPr>
        <p:txBody>
          <a:bodyPr anchor="ctr">
            <a:noAutofit/>
          </a:bodyPr>
          <a:lstStyle/>
          <a:p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因為耶和華  神是日頭，是盾牌，要賜下恩惠和榮耀。</a:t>
            </a:r>
            <a:r>
              <a:rPr lang="zh-CN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祂</a:t>
            </a:r>
            <a:r>
              <a:rPr lang="zh-TW" altLang="en-US" sz="6400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未嘗留下一樣好處不給那些行動正直的人。</a:t>
            </a:r>
            <a:endParaRPr lang="en-US" altLang="zh-TW" sz="6400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萬軍之耶和華啊，倚靠</a:t>
            </a:r>
            <a:r>
              <a:rPr lang="zh-CN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祢</a:t>
            </a: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的人便為有福！</a:t>
            </a:r>
            <a:r>
              <a:rPr lang="en-US" altLang="zh-TW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98262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107</TotalTime>
  <Words>344</Words>
  <Application>Microsoft Office PowerPoint</Application>
  <PresentationFormat>Widescreen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殿中敬拜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Version 5.1 build 2600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救主降生</dc:title>
  <dc:creator>Microsoft Windows</dc:creator>
  <cp:lastModifiedBy>batisuoc</cp:lastModifiedBy>
  <cp:revision>19</cp:revision>
  <dcterms:created xsi:type="dcterms:W3CDTF">2012-12-23T00:19:59Z</dcterms:created>
  <dcterms:modified xsi:type="dcterms:W3CDTF">2024-12-14T05:31:37Z</dcterms:modified>
</cp:coreProperties>
</file>