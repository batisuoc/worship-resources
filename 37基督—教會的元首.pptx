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372" r:id="rId3"/>
    <p:sldId id="373" r:id="rId4"/>
    <p:sldId id="374" r:id="rId5"/>
    <p:sldId id="375" r:id="rId6"/>
    <p:sldId id="376" r:id="rId7"/>
    <p:sldId id="377" r:id="rId8"/>
    <p:sldId id="378" r:id="rId9"/>
    <p:sldId id="379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552" y="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492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14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824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89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76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7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805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929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676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01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288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9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TW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基督</a:t>
            </a:r>
            <a:r>
              <a:rPr lang="en-US" altLang="zh-TW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—</a:t>
            </a:r>
            <a:r>
              <a:rPr lang="zh-TW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教會的元首</a:t>
            </a:r>
            <a:endParaRPr lang="en-US" altLang="zh-TW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sz="3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弗  </a:t>
            </a:r>
            <a:r>
              <a:rPr lang="en-US" altLang="zh-TW" sz="3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1︰15~23</a:t>
            </a:r>
            <a:r>
              <a:rPr lang="zh-TW" altLang="en-US" sz="3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  <a:r>
              <a:rPr lang="en-US" altLang="zh-TW" sz="3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3︰1</a:t>
            </a:r>
            <a:r>
              <a:rPr lang="zh-TW" altLang="en-US" sz="3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en-US" altLang="zh-TW" sz="3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20~21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11664619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我既聽見你們信從主耶穌，親愛眾聖徒，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就為你們不住的感謝神。禱告的時候， 常提到你們。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4820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11664619" cy="6858000"/>
          </a:xfrm>
        </p:spPr>
        <p:txBody>
          <a:bodyPr anchor="ctr">
            <a:norm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求我們主耶穌基督的神，榮耀的父，將那賜人智慧和啟示的靈賞給你們， 使你們真知道他。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2153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11664619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並且照明你們心中的眼睛，使你們知道 他的恩召有何等指望，他在聖徒中得的 基業有何等豐盛的榮耀；並知道他向我們這信的人所顯的能力是何等浩大。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5516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11664619" cy="6858000"/>
          </a:xfrm>
        </p:spPr>
        <p:txBody>
          <a:bodyPr anchor="ctr">
            <a:norm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就是照他在基督身上所運行的大能大力，使他從死裡復活，叫他在天上坐在自己的右邊，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4762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11664619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遠超過一切執政的、掌權的、有能的、主治的，和一切有名的；不但是今世的，連來世的也都超過了。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0576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11664619" cy="6858000"/>
          </a:xfrm>
        </p:spPr>
        <p:txBody>
          <a:bodyPr anchor="ctr">
            <a:norm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又將萬有服在他的腳下，使他為教會作萬有之首。 教會是他的身體，是那充滿萬有者所充滿的。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6435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11664619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為要藉著教會使天上執政的、掌權的，現在得知神百般的智慧。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89454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0"/>
            <a:ext cx="11664619" cy="6858000"/>
          </a:xfrm>
        </p:spPr>
        <p:txBody>
          <a:bodyPr anchor="ctr">
            <a:norm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神能照著運行在我們心裡的大力充充足足的成就一切，超過我們所求所想的。但願他在教會中，並在基督耶穌裡，得著榮耀，直到世世代代，永永遠遠。阿們！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603870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6A402C77-026D-4881-BB2B-7B34BF23C32C}" vid="{541AE848-6608-42F9-97E1-D16C833B781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57</TotalTime>
  <Words>386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Calibri</vt:lpstr>
      <vt:lpstr>Theme1</vt:lpstr>
      <vt:lpstr>基督—教會的元首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Joe Cheng</cp:lastModifiedBy>
  <cp:revision>17</cp:revision>
  <dcterms:created xsi:type="dcterms:W3CDTF">2012-12-23T00:19:59Z</dcterms:created>
  <dcterms:modified xsi:type="dcterms:W3CDTF">2024-10-22T12:56:52Z</dcterms:modified>
</cp:coreProperties>
</file>