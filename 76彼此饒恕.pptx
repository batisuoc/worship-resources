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9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2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2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3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93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8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5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3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00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彼此饒恕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太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18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21-22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22-24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；路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37</a:t>
            </a:r>
          </a:p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太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14-15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；西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；詩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183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1-2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7E54-205C-DA39-3585-8CF5B957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75E4CB-2B4C-22AA-03AA-09931BF8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那時，彼得進前來，對耶穌說：「主啊，我弟兄得罪我，我當饒恕他幾次呢？到七次可以嗎？」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耶穌說：「我對你說，不是到七次，乃是到七十個七次。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721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F9D4-0B2F-899F-41E1-5379A04B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78BB28-B790-1276-6746-8A4BBA28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只是我告訴你們：凡向弟兄動怒的，難免受審判；凡罵弟兄是拉加的，難免公會的審斷；凡罵弟兄是魔利的，難免地獄的火。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805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567D-1DBF-5064-74E9-F6FBA991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85D544-2E50-7D4A-9B31-09570CF6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所以，你在祭壇上獻禮物的時候，若想起弟兄向你懷怨，就把禮物留在壇前，先去同弟兄和好，然後來獻禮物。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011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B93A7-1970-3030-F554-12185A38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4D90D0-3A22-D616-4A45-3EBF2BDBA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0396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你們不要論斷人，就不被論斷；你們不要定人的罪，就不被定罪；你們要饒恕人，就必蒙饒恕；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你們饒恕人的過犯，你們的天父也必饒恕你們的過犯；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881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F1D9-A0CE-19BB-081B-605250A8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E7D2C2-388B-6EC3-E9B3-0B5C861F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你們不饒恕人的過犯，你們的天父也必不饒恕你們的過犯。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倘若這人與那人有嫌隙，總要彼此包容，彼此饒恕；主怎樣饒恕了你們，你們也要怎樣饒恕人。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717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4CDBC-6AFA-0AB2-C614-0ED6FDD4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C6D050-52DA-BF18-9D94-C285C118F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看哪，弟兄和睦同居是何等的善，何等的美！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這好比那貴重的油澆在亞倫的頭上，流到鬍鬚，又流到他的衣襟；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5370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84</TotalTime>
  <Words>385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彼此饒恕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Uncle Jo</cp:lastModifiedBy>
  <cp:revision>9</cp:revision>
  <dcterms:created xsi:type="dcterms:W3CDTF">2012-12-23T00:19:59Z</dcterms:created>
  <dcterms:modified xsi:type="dcterms:W3CDTF">2026-08-14T15:56:16Z</dcterms:modified>
</cp:coreProperties>
</file>