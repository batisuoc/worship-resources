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449" r:id="rId3"/>
    <p:sldId id="450" r:id="rId4"/>
    <p:sldId id="451" r:id="rId5"/>
    <p:sldId id="452" r:id="rId6"/>
    <p:sldId id="453" r:id="rId7"/>
    <p:sldId id="454" r:id="rId8"/>
    <p:sldId id="455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4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4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7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3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5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9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4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9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9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9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8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2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52600"/>
            <a:ext cx="10363200" cy="1847853"/>
          </a:xfrm>
        </p:spPr>
        <p:txBody>
          <a:bodyPr>
            <a:normAutofit/>
          </a:bodyPr>
          <a:lstStyle/>
          <a:p>
            <a:r>
              <a:rPr lang="zh-CN" altLang="en-US" sz="9600" b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逃避私欲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97180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傳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12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11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9-10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endParaRPr lang="en-US" altLang="zh-CN" sz="40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提後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22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endParaRPr lang="en-US" altLang="zh-CN" sz="40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詩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119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9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；約壹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15-17</a:t>
            </a:r>
            <a:endParaRPr lang="en-US" sz="40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你趁著年幼、衰敗的日子尚未來到，就是你所說，我毫無喜樂的那些年日未曾臨近之先，當記念造你的主。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4109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少年人哪，你在幼年時當快樂。在幼年的日子，使你的心歡暢，行你心所願行的，看你眼所愛看的；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卻要知道，為這一切的事，神必審問你。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230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所以，你當從心中除掉愁煩，從肉體克去邪惡；因為一生的開端和幼年之時，都是虛空的。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我兒啊，你要在基督耶穌的恩典上剛強起來。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520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你要逃避少年的私慾，同那清心禱告主的人追求公義、信德、仁愛、和平。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少年人用什麼潔淨他的行為呢？是要遵行你的話！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3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不要愛世界和世界上的事。人若愛世界，愛父的心就不在他裡面了。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7553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因為凡世界上的事，就像肉體的情慾，眼目的情慾，並今生的驕傲，都不是從父來的，乃是從世界來的。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920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這世界和其上的情慾都要過去，惟獨遵行神旨意的，是永遠常存。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167047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76</TotalTime>
  <Words>360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Calibri</vt:lpstr>
      <vt:lpstr>Theme1</vt:lpstr>
      <vt:lpstr>逃避私欲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15</cp:revision>
  <dcterms:created xsi:type="dcterms:W3CDTF">2012-12-23T00:19:59Z</dcterms:created>
  <dcterms:modified xsi:type="dcterms:W3CDTF">2024-06-01T04:06:37Z</dcterms:modified>
</cp:coreProperties>
</file>