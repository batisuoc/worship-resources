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449" r:id="rId3"/>
    <p:sldId id="450" r:id="rId4"/>
    <p:sldId id="451" r:id="rId5"/>
    <p:sldId id="452" r:id="rId6"/>
    <p:sldId id="453" r:id="rId7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78" y="54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025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729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620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111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938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71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19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894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710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542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987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5546F-C09B-4E63-ABC5-F7C86A7E8D66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368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zh-TW" altLang="en-US" sz="96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罪中得釋</a:t>
            </a:r>
            <a:endParaRPr lang="en-US" altLang="zh-TW" sz="9600" b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羅  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6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8-11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，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15-18</a:t>
            </a:r>
            <a:endParaRPr lang="en-US" altLang="zh-TW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0"/>
            <a:ext cx="11582400" cy="6858000"/>
          </a:xfrm>
        </p:spPr>
        <p:txBody>
          <a:bodyPr anchor="ctr">
            <a:noAutofit/>
          </a:bodyPr>
          <a:lstStyle/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我們若是與基督同死，就信必與他同活。</a:t>
            </a:r>
            <a:r>
              <a:rPr lang="en-US" altLang="zh-TW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因為知道基督既從死裡復活，就不再死，死也不再作他的主了。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37711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0"/>
            <a:ext cx="11582400" cy="6858000"/>
          </a:xfrm>
        </p:spPr>
        <p:txBody>
          <a:bodyPr anchor="ctr">
            <a:noAutofit/>
          </a:bodyPr>
          <a:lstStyle/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他死是向罪死了，只有一次；他活是向神活著。</a:t>
            </a:r>
            <a:endParaRPr lang="en-US" altLang="zh-TW" sz="6400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這樣，你們向罪也當看自己是死的；向神在基督耶穌裡，卻當看自己是活的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15043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0"/>
            <a:ext cx="11582400" cy="6858000"/>
          </a:xfrm>
        </p:spPr>
        <p:txBody>
          <a:bodyPr anchor="ctr">
            <a:noAutofit/>
          </a:bodyPr>
          <a:lstStyle/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這卻怎麼樣呢？我們在恩典之下，不在律法之下，就可以犯罪嗎？斷乎不可</a:t>
            </a:r>
            <a:r>
              <a:rPr lang="en-US" altLang="zh-TW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2320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0"/>
            <a:ext cx="11582400" cy="6858000"/>
          </a:xfrm>
        </p:spPr>
        <p:txBody>
          <a:bodyPr anchor="ctr">
            <a:noAutofit/>
          </a:bodyPr>
          <a:lstStyle/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豈不曉得你們獻上自己作奴僕，順從誰，就作誰的奴僕嗎？或作罪的奴僕，以至於死；或作順命的奴僕，以至成義。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71575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0"/>
            <a:ext cx="11582400" cy="6858000"/>
          </a:xfrm>
        </p:spPr>
        <p:txBody>
          <a:bodyPr anchor="ctr">
            <a:noAutofit/>
          </a:bodyPr>
          <a:lstStyle/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感謝神！因為你們從前雖然作罪的奴僕，現今卻從心裡順服了所傳給你們道理的模範。</a:t>
            </a:r>
            <a:r>
              <a:rPr lang="en-US" altLang="zh-TW" sz="6600" dirty="0">
                <a:latin typeface="微軟正黑體" pitchFamily="34" charset="-120"/>
                <a:ea typeface="微軟正黑體" pitchFamily="34" charset="-120"/>
              </a:rPr>
              <a:t> </a:t>
            </a:r>
          </a:p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你們既從罪裡得了釋放，就作了義的奴僕。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43092347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63</TotalTime>
  <Words>251</Words>
  <Application>Microsoft Office PowerPoint</Application>
  <PresentationFormat>Widescreen</PresentationFormat>
  <Paragraphs>10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微軟正黑體</vt:lpstr>
      <vt:lpstr>Arial</vt:lpstr>
      <vt:lpstr>Calibri</vt:lpstr>
      <vt:lpstr>Theme1</vt:lpstr>
      <vt:lpstr>罪中得釋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Version 5.1 build 2600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救主降生</dc:title>
  <dc:creator>Microsoft Windows</dc:creator>
  <cp:lastModifiedBy>batisuoc</cp:lastModifiedBy>
  <cp:revision>23</cp:revision>
  <dcterms:created xsi:type="dcterms:W3CDTF">2012-12-23T00:19:59Z</dcterms:created>
  <dcterms:modified xsi:type="dcterms:W3CDTF">2024-05-25T14:02:21Z</dcterms:modified>
</cp:coreProperties>
</file>