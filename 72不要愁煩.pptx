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449" r:id="rId3"/>
    <p:sldId id="450" r:id="rId4"/>
    <p:sldId id="451" r:id="rId5"/>
    <p:sldId id="452" r:id="rId6"/>
    <p:sldId id="453" r:id="rId7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66" y="13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30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C4726-2204-402F-8651-3DE2807316DF}" type="datetimeFigureOut">
              <a:rPr lang="en-US" smtClean="0"/>
              <a:pPr/>
              <a:t>6/7/2024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A64-3E80-4E8E-8594-DFA76D8B6E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007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C4726-2204-402F-8651-3DE2807316DF}" type="datetimeFigureOut">
              <a:rPr lang="en-US" smtClean="0"/>
              <a:pPr/>
              <a:t>6/7/2024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A64-3E80-4E8E-8594-DFA76D8B6E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576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C4726-2204-402F-8651-3DE2807316DF}" type="datetimeFigureOut">
              <a:rPr lang="en-US" smtClean="0"/>
              <a:pPr/>
              <a:t>6/7/2024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A64-3E80-4E8E-8594-DFA76D8B6E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719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C4726-2204-402F-8651-3DE2807316DF}" type="datetimeFigureOut">
              <a:rPr lang="en-US" smtClean="0"/>
              <a:pPr/>
              <a:t>6/7/2024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A64-3E80-4E8E-8594-DFA76D8B6E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591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5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3" y="1535115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C4726-2204-402F-8651-3DE2807316DF}" type="datetimeFigureOut">
              <a:rPr lang="en-US" smtClean="0"/>
              <a:pPr/>
              <a:t>6/7/2024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A64-3E80-4E8E-8594-DFA76D8B6E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718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C4726-2204-402F-8651-3DE2807316DF}" type="datetimeFigureOut">
              <a:rPr lang="en-US" smtClean="0"/>
              <a:pPr/>
              <a:t>6/7/2024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A64-3E80-4E8E-8594-DFA76D8B6E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82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C4726-2204-402F-8651-3DE2807316DF}" type="datetimeFigureOut">
              <a:rPr lang="en-US" smtClean="0"/>
              <a:pPr/>
              <a:t>6/7/2024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A64-3E80-4E8E-8594-DFA76D8B6E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209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C4726-2204-402F-8651-3DE2807316DF}" type="datetimeFigureOut">
              <a:rPr lang="en-US" smtClean="0"/>
              <a:pPr/>
              <a:t>6/7/2024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A64-3E80-4E8E-8594-DFA76D8B6E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920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3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1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C4726-2204-402F-8651-3DE2807316DF}" type="datetimeFigureOut">
              <a:rPr lang="en-US" smtClean="0"/>
              <a:pPr/>
              <a:t>6/7/2024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A64-3E80-4E8E-8594-DFA76D8B6E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893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C4726-2204-402F-8651-3DE2807316DF}" type="datetimeFigureOut">
              <a:rPr lang="en-US" smtClean="0"/>
              <a:pPr/>
              <a:t>6/7/2024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A64-3E80-4E8E-8594-DFA76D8B6E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700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C4726-2204-402F-8651-3DE2807316DF}" type="datetimeFigureOut">
              <a:rPr lang="en-US" smtClean="0"/>
              <a:pPr/>
              <a:t>6/7/2024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3AA64-3E80-4E8E-8594-DFA76D8B6E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230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BC4726-2204-402F-8651-3DE2807316DF}" type="datetimeFigureOut">
              <a:rPr lang="en-US" smtClean="0"/>
              <a:pPr/>
              <a:t>6/7/2024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4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4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83AA64-3E80-4E8E-8594-DFA76D8B6E8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894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378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05000"/>
            <a:ext cx="10363200" cy="2228855"/>
          </a:xfrm>
        </p:spPr>
        <p:txBody>
          <a:bodyPr>
            <a:normAutofit/>
          </a:bodyPr>
          <a:lstStyle/>
          <a:p>
            <a:r>
              <a:rPr lang="zh-CN" altLang="en-US" sz="9600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不要愁煩</a:t>
            </a:r>
            <a:endParaRPr lang="en-US" sz="9600" b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107729"/>
            <a:ext cx="8534400" cy="1752600"/>
          </a:xfrm>
        </p:spPr>
        <p:txBody>
          <a:bodyPr>
            <a:normAutofit/>
          </a:bodyPr>
          <a:lstStyle/>
          <a:p>
            <a:r>
              <a:rPr lang="zh-CN" altLang="en-US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詩  </a:t>
            </a:r>
            <a:r>
              <a:rPr lang="en-US" altLang="zh-CN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37</a:t>
            </a:r>
            <a:r>
              <a:rPr lang="zh-CN" altLang="en-US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：</a:t>
            </a:r>
            <a:r>
              <a:rPr lang="en-US" altLang="zh-CN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2 – 11</a:t>
            </a:r>
            <a:r>
              <a:rPr lang="zh-CN" altLang="en-US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，</a:t>
            </a:r>
            <a:r>
              <a:rPr lang="en-US" altLang="zh-CN" sz="4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40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0"/>
            <a:ext cx="11582400" cy="6858000"/>
          </a:xfrm>
        </p:spPr>
        <p:txBody>
          <a:bodyPr anchor="ctr">
            <a:noAutofit/>
          </a:bodyPr>
          <a:lstStyle/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不要為作惡的心懷不平，也不要向那行不義的生出嫉妒。</a:t>
            </a:r>
            <a:r>
              <a:rPr lang="en-US" altLang="zh-TW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因為他們如草快被割下，又如青菜快要枯乾。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你當倚靠耶和華而行善，住在地上，以他的信實為糧；</a:t>
            </a:r>
            <a:r>
              <a:rPr lang="en-US" altLang="zh-TW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91310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0"/>
            <a:ext cx="11582400" cy="6858000"/>
          </a:xfrm>
        </p:spPr>
        <p:txBody>
          <a:bodyPr anchor="ctr">
            <a:noAutofit/>
          </a:bodyPr>
          <a:lstStyle/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又要以耶和華為樂，他就將你心裡所求的賜給你。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當將你的事交託耶和華，並倚靠他，他就必成全。</a:t>
            </a:r>
            <a:r>
              <a:rPr lang="en-US" altLang="zh-TW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他要使你的公義如光發出，使你的公平明如正午。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62871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0"/>
            <a:ext cx="11582400" cy="6858000"/>
          </a:xfrm>
        </p:spPr>
        <p:txBody>
          <a:bodyPr anchor="ctr">
            <a:noAutofit/>
          </a:bodyPr>
          <a:lstStyle/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你當默然倚靠耶和華，耐性等候他；不要因那道路通達的和那惡謀成就的心懷不平。</a:t>
            </a:r>
            <a:r>
              <a:rPr lang="en-US" altLang="zh-TW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當止住怒氣，離棄忿怒；不要心懷不平，以致作惡。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140448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0"/>
            <a:ext cx="11582400" cy="6858000"/>
          </a:xfrm>
        </p:spPr>
        <p:txBody>
          <a:bodyPr anchor="ctr">
            <a:noAutofit/>
          </a:bodyPr>
          <a:lstStyle/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因為作惡的必被剪除；惟有等候耶和華的必承受地土。</a:t>
            </a:r>
            <a:r>
              <a:rPr lang="en-US" altLang="zh-TW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還有片時，惡人要歸於無有；你就是細察他的住處也要歸於無有。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45506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0"/>
            <a:ext cx="11582400" cy="6858000"/>
          </a:xfrm>
        </p:spPr>
        <p:txBody>
          <a:bodyPr anchor="ctr">
            <a:noAutofit/>
          </a:bodyPr>
          <a:lstStyle/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但謙卑人必承受地土，以豐盛的平安為樂。</a:t>
            </a:r>
            <a:r>
              <a:rPr lang="en-US" altLang="zh-TW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耶和華幫助他們，解救他們；他解救他們脫離惡人，把他們救出來，因為他們投靠他。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5329216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41</TotalTime>
  <Words>317</Words>
  <Application>Microsoft Office PowerPoint</Application>
  <PresentationFormat>Widescreen</PresentationFormat>
  <Paragraphs>14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微軟正黑體</vt:lpstr>
      <vt:lpstr>Arial</vt:lpstr>
      <vt:lpstr>Calibri</vt:lpstr>
      <vt:lpstr>Theme1</vt:lpstr>
      <vt:lpstr>不要愁煩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Version 5.1 build 2600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切實相愛</dc:title>
  <dc:creator>Microsoft Windows</dc:creator>
  <cp:lastModifiedBy>batisuoc</cp:lastModifiedBy>
  <cp:revision>9</cp:revision>
  <dcterms:created xsi:type="dcterms:W3CDTF">2012-12-09T00:24:41Z</dcterms:created>
  <dcterms:modified xsi:type="dcterms:W3CDTF">2024-06-07T16:55:54Z</dcterms:modified>
</cp:coreProperties>
</file>