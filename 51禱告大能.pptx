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585" r:id="rId3"/>
    <p:sldId id="591" r:id="rId4"/>
    <p:sldId id="586" r:id="rId5"/>
    <p:sldId id="587" r:id="rId6"/>
    <p:sldId id="588" r:id="rId7"/>
    <p:sldId id="589" r:id="rId8"/>
    <p:sldId id="590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74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7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4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4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2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3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5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7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0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3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C4726-2204-402F-8651-3DE2807316DF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49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禱告大能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羅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8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26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；腓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6-7</a:t>
            </a:r>
          </a:p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雅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5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13-16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；來  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14-16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況且我們的軟弱有聖靈幫助，我們本不曉得當怎樣禱告，只是聖靈親自用說不出來的歎息替我們禱告。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0415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應當一無掛慮，只要凡事藉著禱告、祈求，和感謝，將你們所要的告訴神。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002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神所賜、出人意外的平安必在基督耶穌裡保守你們的心懷意念。</a:t>
            </a:r>
            <a:endParaRPr lang="en-US" altLang="zh-TW" sz="6400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你們中間有受苦的呢，他就該禱告；有喜樂的呢，他就該歌頌。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948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你們中間有病了的呢，他就該請教會的長老來；他們可以奉主的名用油抹他，為他禱告。</a:t>
            </a:r>
            <a:r>
              <a:rPr lang="en-US" altLang="zh-TW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出於信心的祈禱要救那病人，主必叫他起來；他若犯了罪，也必蒙赦免。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325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所以你們要彼此認罪，互相代求，使你們可以得醫治。義人祈禱所發的力量是大有功效的。</a:t>
            </a:r>
            <a:endParaRPr lang="en-US" altLang="zh-TW" sz="6400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我們既然有一位已經升入高天尊榮的大祭司，就是神的兒子耶穌，便當持定所承認的道。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3948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因我們的大祭司並非不能體恤我們的軟弱。他也曾凡事受過試探，與我們一樣，只是他沒有犯罪。</a:t>
            </a:r>
            <a:r>
              <a:rPr lang="en-US" altLang="zh-TW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0488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所以，我們只管坦然無懼的來到施恩的寶座前，為要得憐恤，蒙恩惠，作隨時的幫助。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937027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21</TotalTime>
  <Words>387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Calibri</vt:lpstr>
      <vt:lpstr>Theme1</vt:lpstr>
      <vt:lpstr>禱告大能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切實相愛</dc:title>
  <dc:creator>Microsoft Windows</dc:creator>
  <cp:lastModifiedBy>batisuoc</cp:lastModifiedBy>
  <cp:revision>8</cp:revision>
  <dcterms:created xsi:type="dcterms:W3CDTF">2012-12-09T00:24:41Z</dcterms:created>
  <dcterms:modified xsi:type="dcterms:W3CDTF">2024-09-21T10:09:58Z</dcterms:modified>
</cp:coreProperties>
</file>