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34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4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6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0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2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1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2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95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2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2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8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2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凡事節制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加  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22-23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；提前  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11</a:t>
            </a:r>
          </a:p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彼後  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5-9</a:t>
            </a:r>
            <a:endParaRPr lang="en-US" sz="40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7C18-F4F1-BD6D-E750-8DA12E79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C575F1-CAC3-5C59-549F-4C36FF0B2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聖靈所結的果子，就是仁愛、喜樂、和平、忍耐、恩慈、良善、信實、溫柔、節制。這樣的事沒有律法禁止。</a:t>
            </a:r>
          </a:p>
        </p:txBody>
      </p:sp>
    </p:spTree>
    <p:extLst>
      <p:ext uri="{BB962C8B-B14F-4D97-AF65-F5344CB8AC3E}">
        <p14:creationId xmlns:p14="http://schemas.microsoft.com/office/powerpoint/2010/main" val="102939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E8B11-AAD2-CC29-0A30-09EA8B50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5D8030-F47F-9728-C6B2-E737B70F5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作監督的，必須無可指責，只作一個婦人的丈夫，有節制，自守，端正，樂意接待遠人，善於教導；</a:t>
            </a:r>
          </a:p>
        </p:txBody>
      </p:sp>
    </p:spTree>
    <p:extLst>
      <p:ext uri="{BB962C8B-B14F-4D97-AF65-F5344CB8AC3E}">
        <p14:creationId xmlns:p14="http://schemas.microsoft.com/office/powerpoint/2010/main" val="409736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D7A8-F191-F464-9A9A-FE2AA570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0A4BA7-63BF-AAD0-272C-DAF2587AF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女執事也是如此：必須端莊，不說讒言，有節制，凡事忠心。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你們要分外的殷勤；有了信心，又要加上德行；有了德行，又要加上知識；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7963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4ADB-6783-045F-BBB8-933CDE8BE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2FBAF1-7781-3A0C-6878-B3DCA471D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有了知識，又要加上節制；有了節制，又要加上忍耐；有了忍耐，又要加上虔敬；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有了虔敬，又要加上愛弟兄的心；有了愛弟兄的心，又要加上愛眾人的心；  </a:t>
            </a:r>
          </a:p>
        </p:txBody>
      </p:sp>
    </p:spTree>
    <p:extLst>
      <p:ext uri="{BB962C8B-B14F-4D97-AF65-F5344CB8AC3E}">
        <p14:creationId xmlns:p14="http://schemas.microsoft.com/office/powerpoint/2010/main" val="3993888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B7CD-055D-FE95-764A-B74D0DE4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D581C1-5BA9-ED62-4204-9ED0551C1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你們若充充足足的有這幾樣，就必使你們在認識我們的主耶穌基督上不至於閒懶不結果子了。</a:t>
            </a:r>
          </a:p>
        </p:txBody>
      </p:sp>
    </p:spTree>
    <p:extLst>
      <p:ext uri="{BB962C8B-B14F-4D97-AF65-F5344CB8AC3E}">
        <p14:creationId xmlns:p14="http://schemas.microsoft.com/office/powerpoint/2010/main" val="4224280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3E80-26B8-F95D-8E2A-7C605BB2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A0BAE8-D257-DC3D-8B19-417B3CBB2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人若沒有這幾樣，就是眼瞎，只看見近處的，忘了他舊日的罪已經得了潔淨。 </a:t>
            </a:r>
          </a:p>
        </p:txBody>
      </p:sp>
    </p:spTree>
    <p:extLst>
      <p:ext uri="{BB962C8B-B14F-4D97-AF65-F5344CB8AC3E}">
        <p14:creationId xmlns:p14="http://schemas.microsoft.com/office/powerpoint/2010/main" val="391565864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39</TotalTime>
  <Words>317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凡事節制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12</cp:revision>
  <dcterms:created xsi:type="dcterms:W3CDTF">2012-12-23T00:19:59Z</dcterms:created>
  <dcterms:modified xsi:type="dcterms:W3CDTF">2025-01-26T14:39:22Z</dcterms:modified>
</cp:coreProperties>
</file>