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3" r:id="rId3"/>
    <p:sldId id="264" r:id="rId4"/>
    <p:sldId id="265" r:id="rId5"/>
    <p:sldId id="5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35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4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43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9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63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5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4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8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94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28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C4726-2204-402F-8651-3DE2807316DF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8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心靈平安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羅 </a:t>
            </a:r>
            <a:r>
              <a:rPr lang="en-US" altLang="zh-CN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r>
              <a:rPr lang="en-US" altLang="zh-CN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8</a:t>
            </a:r>
            <a:r>
              <a:rPr lang="zh-CN" altLang="en-US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；賽 </a:t>
            </a:r>
            <a:r>
              <a:rPr lang="en-US" altLang="zh-CN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26</a:t>
            </a:r>
            <a:r>
              <a:rPr lang="zh-CN" altLang="en-US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3 – 4</a:t>
            </a:r>
          </a:p>
          <a:p>
            <a:r>
              <a:rPr lang="zh-CN" altLang="en-US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腓 </a:t>
            </a:r>
            <a:r>
              <a:rPr lang="en-US" altLang="zh-CN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6 – 7</a:t>
            </a:r>
            <a:r>
              <a:rPr lang="zh-CN" altLang="en-US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；來 </a:t>
            </a:r>
            <a:r>
              <a:rPr lang="en-US" altLang="zh-CN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13</a:t>
            </a:r>
            <a:r>
              <a:rPr lang="zh-CN" altLang="en-US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20 –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我們既因信稱義，就藉著我們的主耶穌基督得與神相和。</a:t>
            </a:r>
            <a:endParaRPr lang="en-US" altLang="zh-TW" sz="6400" dirty="0">
              <a:solidFill>
                <a:srgbClr val="002060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002060"/>
                </a:solidFill>
                <a:latin typeface="Microsoft JhengHei" pitchFamily="34" charset="-120"/>
                <a:ea typeface="Microsoft JhengHei" pitchFamily="34" charset="-120"/>
              </a:rPr>
              <a:t>體貼肉體的，就是死；體貼聖靈的，乃是生命、平安。</a:t>
            </a:r>
            <a:endParaRPr lang="en-US" altLang="zh-TW" sz="6400" b="1" dirty="0">
              <a:solidFill>
                <a:srgbClr val="002060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8607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963400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堅心倚賴你的，你必保守他十分平安，因為他倚靠你。你們當倚靠耶和華直到永遠，因為耶和華是永久的磐石。</a:t>
            </a:r>
            <a:r>
              <a:rPr lang="en-US" altLang="zh-TW" sz="6400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0370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963400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002060"/>
                </a:solidFill>
                <a:latin typeface="Microsoft JhengHei" pitchFamily="34" charset="-120"/>
                <a:ea typeface="Microsoft JhengHei" pitchFamily="34" charset="-120"/>
              </a:rPr>
              <a:t>應當一無掛慮，只要凡事藉著禱告、祈求，和感謝，將你們所要的告訴神。</a:t>
            </a:r>
            <a:r>
              <a:rPr lang="en-US" altLang="zh-TW" sz="6400" b="1" dirty="0">
                <a:solidFill>
                  <a:srgbClr val="002060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</a:p>
          <a:p>
            <a:r>
              <a:rPr lang="zh-TW" altLang="en-US" sz="6400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神所賜、出人意外的平安必在基督耶穌裡保守你們的心懷意念。</a:t>
            </a:r>
            <a:r>
              <a:rPr lang="en-US" altLang="zh-TW" sz="6400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TW" sz="6400" b="1" dirty="0">
              <a:solidFill>
                <a:srgbClr val="002060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673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684000" cy="6858000"/>
          </a:xfrm>
        </p:spPr>
        <p:txBody>
          <a:bodyPr anchor="ctr">
            <a:noAutofit/>
          </a:bodyPr>
          <a:lstStyle/>
          <a:p>
            <a:r>
              <a:rPr lang="zh-TW" altLang="en-US" sz="5867" b="1" dirty="0">
                <a:solidFill>
                  <a:srgbClr val="002060"/>
                </a:solidFill>
                <a:latin typeface="Microsoft JhengHei" pitchFamily="34" charset="-120"/>
                <a:ea typeface="Microsoft JhengHei" pitchFamily="34" charset="-120"/>
              </a:rPr>
              <a:t>但願賜平安的神，就是那憑永約之血、使群羊的大牧人我主耶穌從死裡復活的神，在各樣善事上成全你們，叫你們遵行他的旨意；又藉著耶穌基督在你們心裡行他所喜悅的事。願榮耀歸給他，直到永永遠遠。阿們！</a:t>
            </a:r>
            <a:r>
              <a:rPr lang="en-US" altLang="zh-TW" sz="5867" b="1" dirty="0">
                <a:solidFill>
                  <a:srgbClr val="002060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966102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76</TotalTime>
  <Words>285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Theme1</vt:lpstr>
      <vt:lpstr>心靈平安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切實相愛</dc:title>
  <dc:creator>Microsoft Windows</dc:creator>
  <cp:lastModifiedBy>Uncle Jo</cp:lastModifiedBy>
  <cp:revision>18</cp:revision>
  <dcterms:created xsi:type="dcterms:W3CDTF">2012-12-09T00:24:41Z</dcterms:created>
  <dcterms:modified xsi:type="dcterms:W3CDTF">2026-07-31T16:42:02Z</dcterms:modified>
</cp:coreProperties>
</file>