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0033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403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56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31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75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3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3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544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562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870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5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898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90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35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3/14/2025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106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TW" altLang="en-US" sz="9600" b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神的管教</a:t>
            </a:r>
            <a:endParaRPr lang="en-US" altLang="zh-TW" sz="9600" b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40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  </a:t>
            </a:r>
            <a:r>
              <a:rPr lang="en-US" altLang="zh-CN" sz="40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12 : 5-13</a:t>
            </a:r>
            <a:r>
              <a:rPr lang="zh-CN" altLang="en-US" sz="40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；</a:t>
            </a:r>
            <a:r>
              <a:rPr lang="en-US" altLang="zh-CN" sz="40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13 : 20-21</a:t>
            </a:r>
            <a:endParaRPr lang="en-US" altLang="zh-TW" sz="40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963400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你不可輕看主的管教，被他責備的時候也不可灰心； </a:t>
            </a:r>
          </a:p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因為主所愛的，他必管教，又鞭打凡所收納的兒子。 </a:t>
            </a:r>
            <a:endParaRPr lang="en-US" altLang="zh-TW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34693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963400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你們所忍受的，是神管教你們，待你們如同待兒子。焉有兒子不被父親管教的呢？ </a:t>
            </a:r>
            <a:endParaRPr lang="en-US" altLang="zh-TW" sz="6400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管教原是眾子所共受的，你們若不受管教，就是私子，不是兒子了。 </a:t>
            </a:r>
          </a:p>
        </p:txBody>
      </p:sp>
    </p:spTree>
    <p:extLst>
      <p:ext uri="{BB962C8B-B14F-4D97-AF65-F5344CB8AC3E}">
        <p14:creationId xmlns:p14="http://schemas.microsoft.com/office/powerpoint/2010/main" val="181926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963400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再者，我們曾有生身的父管教我們，我們尚且敬重他，何況萬靈的父，我們豈不更當順服他得生嗎？ </a:t>
            </a:r>
          </a:p>
        </p:txBody>
      </p:sp>
    </p:spTree>
    <p:extLst>
      <p:ext uri="{BB962C8B-B14F-4D97-AF65-F5344CB8AC3E}">
        <p14:creationId xmlns:p14="http://schemas.microsoft.com/office/powerpoint/2010/main" val="3818493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生身的父都是暫隨己意管教我們；惟有萬靈的父管教我們，是要我們得益處，使我們在他的聖潔上有分。 </a:t>
            </a:r>
          </a:p>
        </p:txBody>
      </p:sp>
    </p:spTree>
    <p:extLst>
      <p:ext uri="{BB962C8B-B14F-4D97-AF65-F5344CB8AC3E}">
        <p14:creationId xmlns:p14="http://schemas.microsoft.com/office/powerpoint/2010/main" val="78067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963400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凡管教的事，當時不覺得快樂，反覺得愁苦；後來卻為那經練過的人結出平安的果子，就是義。 </a:t>
            </a:r>
          </a:p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所以，你們要把下垂的手、發酸的腿、挺起來； </a:t>
            </a:r>
          </a:p>
        </p:txBody>
      </p:sp>
    </p:spTree>
    <p:extLst>
      <p:ext uri="{BB962C8B-B14F-4D97-AF65-F5344CB8AC3E}">
        <p14:creationId xmlns:p14="http://schemas.microsoft.com/office/powerpoint/2010/main" val="3387843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887200" cy="6858000"/>
          </a:xfrm>
        </p:spPr>
        <p:txBody>
          <a:bodyPr anchor="ctr">
            <a:normAutofit/>
          </a:bodyPr>
          <a:lstStyle/>
          <a:p>
            <a:r>
              <a:rPr lang="zh-TW" altLang="en-US" sz="6400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也要為自己的腳，把道路修直了，使瘸子不至歪腳，反得痊愈。</a:t>
            </a:r>
            <a:endParaRPr lang="en-US" altLang="zh-TW" sz="6400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26103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1963400" cy="6858000"/>
          </a:xfrm>
        </p:spPr>
        <p:txBody>
          <a:bodyPr anchor="ctr">
            <a:normAutofit/>
          </a:bodyPr>
          <a:lstStyle/>
          <a:p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但願賜平安的神，就是那憑永約之血、使群羊的大牧人我主耶穌從死裡復活的神， 在各樣善事上成全你們，叫你們遵行他的旨意； </a:t>
            </a:r>
          </a:p>
        </p:txBody>
      </p:sp>
    </p:spTree>
    <p:extLst>
      <p:ext uri="{BB962C8B-B14F-4D97-AF65-F5344CB8AC3E}">
        <p14:creationId xmlns:p14="http://schemas.microsoft.com/office/powerpoint/2010/main" val="232691208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4DE8FE50-4117-462D-9201-EDB57F086D9C}" vid="{AFF313EB-5300-4EDF-B8E8-B08305447E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70</TotalTime>
  <Words>362</Words>
  <Application>Microsoft Office PowerPoint</Application>
  <PresentationFormat>Widescreen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微軟正黑體</vt:lpstr>
      <vt:lpstr>Arial</vt:lpstr>
      <vt:lpstr>Calibri</vt:lpstr>
      <vt:lpstr>Theme1</vt:lpstr>
      <vt:lpstr>神的管教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batisuoc</cp:lastModifiedBy>
  <cp:revision>27</cp:revision>
  <dcterms:created xsi:type="dcterms:W3CDTF">2012-12-23T00:19:59Z</dcterms:created>
  <dcterms:modified xsi:type="dcterms:W3CDTF">2025-03-14T14:19:54Z</dcterms:modified>
</cp:coreProperties>
</file>