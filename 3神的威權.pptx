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72" y="7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49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99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1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9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1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51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50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32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804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98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2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546F-C09B-4E63-ABC5-F7C86A7E8D66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2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72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神的威權</a:t>
            </a:r>
            <a:endParaRPr lang="en-US" sz="72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詩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93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 – 2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4 – 5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24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 – 4</a:t>
            </a:r>
          </a:p>
          <a:p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97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 – 6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18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46</a:t>
            </a:r>
            <a:endParaRPr lang="en-US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2828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8915400" cy="5143500"/>
          </a:xfrm>
        </p:spPr>
        <p:txBody>
          <a:bodyPr anchor="ctr">
            <a:noAutofit/>
          </a:bodyPr>
          <a:lstStyle/>
          <a:p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耶和華作王！</a:t>
            </a:r>
            <a:r>
              <a:rPr lang="zh-CN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以威嚴為衣穿上；耶和華以能力為衣，以能力束腰，世界就堅定，不得動搖。</a:t>
            </a:r>
            <a:r>
              <a:rPr lang="en-US" altLang="zh-TW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的寶座從太初立定；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從亙古就有。</a:t>
            </a:r>
          </a:p>
        </p:txBody>
      </p:sp>
    </p:spTree>
    <p:extLst>
      <p:ext uri="{BB962C8B-B14F-4D97-AF65-F5344CB8AC3E}">
        <p14:creationId xmlns:p14="http://schemas.microsoft.com/office/powerpoint/2010/main" val="323228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8915400" cy="5143500"/>
          </a:xfrm>
        </p:spPr>
        <p:txBody>
          <a:bodyPr anchor="ctr">
            <a:noAutofit/>
          </a:bodyPr>
          <a:lstStyle/>
          <a:p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耶和華在高處大有能力，勝過諸水的響聲，洋海的大浪。</a:t>
            </a:r>
            <a:endParaRPr lang="en-US" altLang="zh-TW" sz="48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耶和華啊，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的法度最的確；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的殿永稱為聖，是合宜的。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9172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8915400" cy="5143500"/>
          </a:xfrm>
        </p:spPr>
        <p:txBody>
          <a:bodyPr anchor="ctr">
            <a:noAutofit/>
          </a:bodyPr>
          <a:lstStyle/>
          <a:p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地和其中所充滿的，世界和住在其間的，都屬耶和華。</a:t>
            </a:r>
            <a:r>
              <a:rPr lang="en-US" altLang="zh-TW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把地建立在海上，安定在大水之上。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誰能登耶和華的山？誰能站在</a:t>
            </a:r>
            <a:r>
              <a:rPr lang="zh-CN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的聖所？</a:t>
            </a:r>
            <a:r>
              <a:rPr lang="en-US" altLang="zh-TW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4974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8915400" cy="5143500"/>
          </a:xfrm>
        </p:spPr>
        <p:txBody>
          <a:bodyPr anchor="ctr">
            <a:noAutofit/>
          </a:bodyPr>
          <a:lstStyle/>
          <a:p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就是手潔心清、不向虛妄、起誓不懷詭詐的人。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耶和華作王！願地快樂！願眾海島歡喜！</a:t>
            </a:r>
            <a:r>
              <a:rPr lang="en-US" altLang="zh-TW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密雲和幽暗在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的四圍；公義和公平是</a:t>
            </a: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寶座的根基。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7811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8915400" cy="5143500"/>
          </a:xfrm>
        </p:spPr>
        <p:txBody>
          <a:bodyPr anchor="ctr">
            <a:noAutofit/>
          </a:bodyPr>
          <a:lstStyle/>
          <a:p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有烈火在</a:t>
            </a:r>
            <a:r>
              <a:rPr lang="zh-CN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前頭行，燒滅</a:t>
            </a:r>
            <a:r>
              <a:rPr lang="zh-CN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四圍的敵人。</a:t>
            </a:r>
            <a:r>
              <a:rPr lang="zh-CN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的閃電光照世界，大地看見便震動。</a:t>
            </a:r>
            <a:r>
              <a:rPr lang="en-US" altLang="zh-TW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諸山見耶和華的面，就是全地之主的面，便消化如蠟。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484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8915400" cy="5143500"/>
          </a:xfrm>
        </p:spPr>
        <p:txBody>
          <a:bodyPr anchor="ctr">
            <a:noAutofit/>
          </a:bodyPr>
          <a:lstStyle/>
          <a:p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諸天表明</a:t>
            </a:r>
            <a:r>
              <a:rPr lang="zh-CN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的公義；萬民看見</a:t>
            </a:r>
            <a:r>
              <a:rPr lang="zh-CN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的榮耀。</a:t>
            </a:r>
            <a:r>
              <a:rPr lang="en-US" altLang="zh-TW" sz="48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耶和華是活神。願我的磐石被人稱頌；願救我的神被人尊崇。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729330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88</TotalTime>
  <Words>364</Words>
  <Application>Microsoft Office PowerPoint</Application>
  <PresentationFormat>On-screen Show (16:9)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微軟正黑體</vt:lpstr>
      <vt:lpstr>Arial</vt:lpstr>
      <vt:lpstr>Calibri</vt:lpstr>
      <vt:lpstr>Theme1</vt:lpstr>
      <vt:lpstr>神的威權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救主降生</dc:title>
  <dc:creator>Microsoft Windows</dc:creator>
  <cp:lastModifiedBy>Uncle Jo</cp:lastModifiedBy>
  <cp:revision>23</cp:revision>
  <dcterms:created xsi:type="dcterms:W3CDTF">2012-12-23T00:19:59Z</dcterms:created>
  <dcterms:modified xsi:type="dcterms:W3CDTF">2026-09-11T15:14:39Z</dcterms:modified>
</cp:coreProperties>
</file>